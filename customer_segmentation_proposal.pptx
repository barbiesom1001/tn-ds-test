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เริ่มด้วย hook: 'ลูกค้า SME ใช้งบ promotion หลักแสน แต่ ROI ต่ำมาก เพราะยิงหาทุกคนเหมือนกัน' จากนั้นนำเสนอ solution ของเรา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ชี้ให้เห็นว่า SME มักคิดว่า 'promotion = ขายได้' แต่จริงๆ มันกิน margin โดยไม่จำเป็น ถ้ารู้ว่าใครจะซื้ออยู่แล้ว ก็ไม่ต้องลดราคาให้เขา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เน้น: Dashboard แสดงว่า 'ยอดขายตก' แต่ AI บอกได้ว่า 'กลุ่มไหนกำลังจะหาย ต้องทำอะไร' — นั่นคือความต่าง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join: Sales LEFT JOIN Customer + Product + Promotion → enriched table → คำนวณ RFM features → cluster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key message: เราไม่จำเป็นต้องรอ model สมบูรณ์ — RFM rule-based + business team review ก็พอ validate idea ได้ใน sprint 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ออกแบบให้ deliver value เร็ว Phase 1-2 ใช้เวลา 5 สัปดาห์ ได้ segment แล้ว สามารถทำ pilot promo ได้เลย ก่อน 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ปิดด้วย: solution นี้ไม่ได้แค่บอกว่า 'ใครเป็นใคร' แต่บอกด้วยว่า 'ต้องทำอะไรกับแต่ละคน' — นั่นคือคุณค่าที่แท้จริง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1097280" cy="1097280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13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RETAIL / DATA SCIENCE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Personalized Marketing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Solution Proposal for SME Retail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+15–25%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Revenue Uplift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Promo ROI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4251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Retention</a:t>
            </a:r>
            <a:endParaRPr lang="en-US" sz="1000" dirty="0"/>
          </a:p>
        </p:txBody>
      </p:sp>
      <p:pic>
        <p:nvPicPr>
          <p:cNvPr id="20" name="Image 0" descr="/home/claude/illustrations/slide1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33832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Retail — Revenue Maximization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Problem: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Retail ยิง promotion แบบ one-size-fits-all ทำให้สูญเสียงบ promotion กับลูกค้าที่ซื้อ อยู่แล้ว และพลาดโอกาสกระตุ้นลูกค้าที่กำลังหาย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EE2E2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84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ไม่รู้จักลูกค้า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ไม่มีการแบ่งกลุ่ม ลูกค้าทุกคนได้รับ promotion เหมือนกัน ทั้งที่พฤติกรรมแตกต่างกันมาก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EF3C7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84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496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งบ Promotion รั่ว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852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ส่วนลดให้กับลูกค้าที่จะซื้ออยู่แล้ว ทำให้ margin หาย โดยไม่เพิ่ม revenue จริง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DCFCE7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084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496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ลูกค้าหาย (Churn)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8529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 early warning สำหรับลูกค้าที่เริ่มห่างหาย ทำ reactive มากกว่า proactive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245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54480" y="425196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27632" y="4251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 (RPC)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77640" y="425196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50792" y="4251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ROI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4251960"/>
            <a:ext cx="22402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4251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Rate</a:t>
            </a:r>
            <a:endParaRPr lang="en-US" sz="1050" dirty="0"/>
          </a:p>
        </p:txBody>
      </p:sp>
      <p:pic>
        <p:nvPicPr>
          <p:cNvPr id="29" name="Image 0" descr="/home/claude/illustrations/slide2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24128"/>
            <a:ext cx="2926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DS / AI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+ Clustering + Personalized Offer Engine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07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83080" y="2011680"/>
            <a:ext cx="228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14300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07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5740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Cluster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011680"/>
            <a:ext cx="228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14300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207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94760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customer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labeled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57800" y="2011680"/>
            <a:ext cx="228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14300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1207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Engine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offer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segment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95160" y="2011680"/>
            <a:ext cx="228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143000"/>
            <a:ext cx="1508760" cy="17373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23760" y="12070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69480" y="1627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69480" y="19202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ROI,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KPIs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AI? ไม่ใช่แค่ Rule-based หรือ Dashboard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" y="356616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patterns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หา segment ที่ Business ไม่ได้นึกถึง ไม่ต้องกำหนด rule ล่วงหน้า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34747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10128" y="356616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03320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0128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รองรับลูกค้าหลักหมื่น-แสนได้อัตโนมัติ ไม่ต้อง manual update rules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4747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356616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37960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&amp; measurable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44768" y="39319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คือ recommended action พร้อม KPI tracking ไม่ใช่แค่ graph ให้ดู</a:t>
            </a:r>
            <a:endParaRPr lang="en-US" sz="1000" dirty="0"/>
          </a:p>
        </p:txBody>
      </p:sp>
      <p:pic>
        <p:nvPicPr>
          <p:cNvPr id="47" name="Image 0" descr="/home/claude/illustrations/slide3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05840"/>
            <a:ext cx="34747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Joins, Quality Issues &amp; Assumptions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1704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521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datetime, product_id, price, qty, customer_id, promotion_id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คำนวณ R, F, M ของลูกค้าแต่ละราย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1704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1521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customer_id, customer_taxonomies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เพิ่ม demographic feature ให้ segment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72491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Master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promotion_id, discount, start_date, end_date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วิเคราะห์ promotion effectiveness ต่อกลุ่ม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72491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7066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product_id, price, product_taxonomies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หา category preference ต่อ segment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793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Issues to Watch: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customer_id (~5–10%) → drop or impute as 'guest'   |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 → deduplicate by datetime+product_id+customer_id   | 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ลูกค้าใหม่ &lt;3 txn → exclude from clustering, treat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 &amp;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280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+ solution design + data plan + roadmap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7627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7552" y="2176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generation, EDA, RFM calculation, K-Means clustering, segment profile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7238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7552" y="3072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3364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overview, top products per segment, recommended promotion by group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96849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3968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261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plan: Discover → Build → Validate → Scale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Approach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234440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1289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 (RPC) ก่อน/หลัง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1865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ROI = Revenue gained / Promo cost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2130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30/60/90 วัน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514600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2569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Metric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&gt; 0.45 (cluster quality)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3145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/ Elbow method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3410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stability ข้าม time period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794760"/>
            <a:ext cx="4069080" cy="1170432"/>
          </a:xfrm>
          <a:prstGeom prst="roundRect">
            <a:avLst>
              <a:gd name="adj" fmla="val 781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83480" y="3849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without full model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4160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rule-based baseline vs clustering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4425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targeted promo vs broadcast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4690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review: ผู้ใช้เข้าใจ segment ไหม</a:t>
            </a:r>
            <a:endParaRPr lang="en-US" sz="950" dirty="0"/>
          </a:p>
        </p:txBody>
      </p:sp>
      <p:pic>
        <p:nvPicPr>
          <p:cNvPr id="39" name="Image 0" descr="/home/claude/illustrations/slide5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04672"/>
            <a:ext cx="411480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Implementation Plan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43560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 &amp; EDA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3639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363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941064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 baseline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7168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87168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87168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87168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07408" y="143560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2331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78608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87168" y="313639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78608" y="31363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394106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78608" y="3941064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naming &amp; profiling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08576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08576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8576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28816" y="143560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2331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0016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design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8576" y="313639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0016" y="31363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 review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8576" y="394106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00016" y="3941064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promo per segment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9984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29984" y="1051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9984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9984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8+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29984" y="2331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21424" y="23317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9984" y="313639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21424" y="31363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9984" y="394106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21424" y="3941064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re-clustering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36592"/>
            <a:ext cx="841248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MVP (segment + pilot promo) ภายใน 7 สัปดาห์  •  Full deployment ภายใน 3 เดือน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7043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ปัญหาชัด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เสีย budget promotion กับคนที่ไม่ตอบสนอง เพราะไม่รู้จักลูกค้า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08483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1993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เหมาะสม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Clustering เป็น proven approach ที่ scalable และ interpretable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99923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พร้อม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Sales + Customer ที่มีอยู่เพียงพอต่อการ build MVP ได้ทันที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480560" cy="804672"/>
          </a:xfrm>
          <a:prstGeom prst="roundRect">
            <a:avLst>
              <a:gd name="adj" fmla="val 113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91363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ได้เร็ว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ไม่ต้องรอ model สมบูรณ์ — A/B test กับ pilot segment ก็ validate ได้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pic>
        <p:nvPicPr>
          <p:cNvPr id="26" name="Image 0" descr="/home/claude/illustrations/slide7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6012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Personalized Marketing Proposal</dc:title>
  <dc:subject>PptxGenJS Presentation</dc:subject>
  <dc:creator>PptxGenJS</dc:creator>
  <cp:lastModifiedBy>PptxGenJS</cp:lastModifiedBy>
  <cp:revision>1</cp:revision>
  <dcterms:created xsi:type="dcterms:W3CDTF">2026-06-17T04:12:10Z</dcterms:created>
  <dcterms:modified xsi:type="dcterms:W3CDTF">2026-06-17T04:12:10Z</dcterms:modified>
</cp:coreProperties>
</file>